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512" cy="6858000"/>
          </a:xfrm>
          <a:prstGeom prst="rect">
            <a:avLst/>
          </a:prstGeom>
          <a:solidFill>
            <a:srgbClr val="1E5266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FD3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CFE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ENGINEERING · GEO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台灣工程地景探索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34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教師使用指南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200 個工程地景・四大主題・課前導讀＋探索＋學習單＋班級統計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henrychao521.github.io/taiwan-engineering-geo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34095" y="5943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E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這是什麼？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一個讓學生「在地圖上看見工程設計」的互動學習活動。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97706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200 個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台灣的工程地景（橋、水庫、風場、半導體廠⋯），分為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266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四大主題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。
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學生看實景或衛星空照圖，在地圖上點出位置；揭曉時了解這座工程的設計重點。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0" y="219456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7F1E5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194560"/>
            <a:ext cx="73152" cy="777240"/>
          </a:xfrm>
          <a:prstGeom prst="rect">
            <a:avLst/>
          </a:prstGeom>
          <a:solidFill>
            <a:srgbClr val="1E52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240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🏗  結構力學與土木工程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橋梁、水庫、隧道、高樓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310896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7F1E5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10896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154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🏛  參數化設計與現代建築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曲面殼體、折板、張拉膜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402336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7F1E5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4023360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069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⚙  機電整合與自動化機構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旋轉橋、纜車、機械手臂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493776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7F1E5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4937760"/>
            <a:ext cx="73152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🌱  新興科技與綠色能源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5349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離岸風場、太陽光電、半導體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E52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32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🔗  henrychao521.github.io/taiwan-engineering-geo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整體流程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建議的課堂使用順序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436" y="24688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036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05076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2036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建立個人檔案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2036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輸入暱稱、年齡、性別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（不用 email、不用密碼）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37764" y="3840480"/>
            <a:ext cx="201168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6364" y="24688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4964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8004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📖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94964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課前導讀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94964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 分鐘讀懂四大工程主題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與台灣 200 點分布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90692" y="3840480"/>
            <a:ext cx="201168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9292" y="24688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7892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10932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🧭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47892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開始探索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7892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看影像、地圖點位置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揭曉設計重點 + 排行榜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43620" y="3840480"/>
            <a:ext cx="201168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2220" y="24688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082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6386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📝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30082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學習單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00820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自動帶入這一局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可列印 / 存 PDF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5577840"/>
            <a:ext cx="10362895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623560"/>
            <a:ext cx="10088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💡  </a:t>
            </a:r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單堂課</a:t>
            </a:r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：步驟 02 + 03（30 分鐘）　·　</a:t>
            </a:r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雙堂課</a:t>
            </a:r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：四步驟全跑（含上傳成績）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入口頁面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index.html · 站台首頁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一進站三大入口，加上四大主題小卡。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頂端橫向導覽：首頁／課前導讀／開始探索／學習單／教師端／關於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右上「📋 登入 / 註冊」或「👤 暱稱」chip 顯示目前狀態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Hero 區四項統計：200 工程地景・4 主題・151 維基條目・3 影像層級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三大入口卡片：課前導讀 → 開始探索 → 學習單，建議依序使用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下方四大主題卡片可點擊預覽主題範圍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💡 第一次帶班可先把這頁投影出來介紹三步驟流程。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步驟 01：課前導讀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2-in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intro.html · 5 分鐘讀懂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把工程設計的觀念，先在頭腦裡定位。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Part 1：為什麼是「工程地景」——地理是工程設計的初始條件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Part 2：四大主題詳細介紹，每個主題附關鍵字 chips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Part 3：互動 Leaflet 地圖，顯示全部 200 個地景分布（依主題上色）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Part 4：三層影像來源（360° 環景 / 平面實景 / 衛星空照）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Part 5：怎麼玩才有教學效果——個人/教師/PBL 三種使用建議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🎯 可作為單堂課的前 5–10 分鐘破冰。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步驟 02：學生建立個人檔案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3-account-emp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account.html · 第一次進站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只填三個欄位，無需 email、無需密碼。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暱稱（必填，建議格式：座號 + 姓，如「301 小明」）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年齡（選填）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性別：男 / 女 / 不提供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送出後即建檔，立刻可以開始探索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所有資料只存在這個瀏覽器，不上傳任何伺服器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🔒 校園資安友善：不收 email、不要密碼、零個資外洩風險。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我的個人檔案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4-account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account.html · 建檔後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累計統計 + 紀錄 + Drive 跨裝置備份。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四個統計卡片：完成局數、累積總分、最佳一局、累積題數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探索紀錄列表：日期 + 主題 + 分數條 + 得分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Google Drive 一鍵備份：把紀錄存到自己的 Drive，換電腦也能用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🗑 重新建立：共用電腦時清掉換下一位學生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✏️ 編輯：可隨時修改暱稱、年齡、性別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💡 Drive 備份需站長設定一次 OAuth Client ID，學生端就能直接用。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步驟 03：開始探索（起始畫面）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7-explore-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explore.html · 模式選擇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四種模式 + 深度模式開關。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🎮 試玩 20 題 — 不需登入、不會保存，給第一次來的訪客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🏗 工程地景挑戰 — 四主題可選，每局 10 題（成績可保存）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📷 精選地景（暖身）— 10 個經典台灣地景照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🛰 Mapillary 即時街景 — 需免費 token，看真實街景隨機抽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深度模式：答對後追問 2 題（主題分類 + 設施類型），各 +300 分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🎯 推薦：第一堂用「試玩 20 題」熱身，第二堂選四主題之一深入。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探索中：看景認位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8-explore-ing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explore.html · 遊戲進行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左邊看影像，右邊在地圖點位置。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左：實景／衛星空照圖，可拉遠拉近 5 段視野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黃色提示框：地區（北/中/南台灣等）、設施類型、觀察重點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右：台灣地圖，點任一處即放下「你」的標記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上方 HUD：第 X / Y 題、總分、模式、深度模式狀態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按「確認猜測」送出答案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💡 拉遠看地理位置、拉近看工程結構，兩種視野都有教學價值。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揭曉：正解 + 教材知識點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9-explore-reve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explore.html · 答題後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不只給分數，更給工程設計的解釋。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紅 ✓ 標記：正解位置；黃 你 標記：你的猜測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虛線：兩點距離（haversine 公里數）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正解名稱 + 對應章節 + 教材知識點全文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📚 延伸學習：可點擊維基百科條目截圖（151 條）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深度模式：揭曉下方追問 2 題並即時回饋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🎯 老師可以暫停這頁，討論「為什麼會出現在這個位置？」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結算：分數 + 排行榜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10-explore-endg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explore.html · 結算頁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加入即時排行榜，創造良性競爭。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大字呈現本局總分與滿分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🏆 同題型排行榜：跨個人檔案保留所有玩過紀錄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🥇🥈🥉 前三名，目前玩家以琥珀色高亮為「你」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排行榜按題數分組，10 題與 20 題各自獨立排名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成績碼：複製整段傳給老師，即可上傳到「教師端」統計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💡 共用電腦的課堂場景：每個學生玩完都會看到前一位同學的成績。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步驟 04：學習單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5-worksh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worksheet.html · 可列印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把這局 10 題整理成可繳交的紀錄。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自動帶入「最近一局」的 10 題（也可選空白版）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欄位：序號 / 名稱 / 主題 / 設施類型 / 章節 / 知識點 / 距離 / 得分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反思題 × 4：地理、設計巧思、最弱主題、地理對設計的影響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延伸探究表格：可挑一個景點深入研究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自我評量四項：可勾選「優 / 可 / 待加強」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🖨 列印或存 PDF，建議 A4 直印、邊界最小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📋 適合作為當週作業繳交，配合書面或口頭報告。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教師端：班級成績統計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870448" y="2121408"/>
            <a:ext cx="5998464" cy="416966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pic>
        <p:nvPicPr>
          <p:cNvPr id="6" name="Image 0" descr="/Volumes/128G/taiwan-engineering-geo/docs/screenshots/06-teach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194560"/>
            <a:ext cx="58521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teacher.html · 老師專用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把全班成績碼貼上 → 自動解碼 + 統計。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學生在結算頁複製「TWEG:...」成績碼（透過 Google 表單收齊）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老師整批貼入輸入框，按「📥 解碼並統計」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四個總覽數字：提交人數、平均、最高、最低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全班分數分布條圖、四主題平均得分率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最常猜錯景點 Top 10（標出班級弱點）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表現最好的學生 Top 10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資料匯出 / 匯入 JSON 檔可帶到另一台電腦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5321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E3EFF3"/>
          </a:solidFill>
          <a:ln w="12700">
            <a:solidFill>
              <a:srgbClr val="1E52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844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🔒 全瀏覽器執行、不上傳；關閉分頁就消失，可截圖留存。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四種教學使用場景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1828800"/>
          </a:xfrm>
          <a:prstGeom prst="rect">
            <a:avLst/>
          </a:prstGeom>
          <a:solidFill>
            <a:srgbClr val="1E52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2377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個人預習 / 複習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880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學生在家自己玩一局，把學習單帶到課堂分享。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08760" y="34290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5266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建議：先看課前導讀 → 全部主題模式 10 題 → 學習單。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🏫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269480" y="2377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課堂大屏共玩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2880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投影到大螢幕，全班討論為什麼選那個位置；老師當主持人。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69480" y="34290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建議：開深度模式，每題揭曉時暫停討論。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9768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小組競賽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983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小組輪流上來解 1 題，看哪組分數高；用排行榜製造氛圍。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08760" y="5532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建議：選四主題之一，集中練習該類工程。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297680"/>
            <a:ext cx="91440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269480" y="4480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PBL 延伸專題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4983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由探索結果挑 3–5 個感興趣的景點，做書面或口頭研究報告。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69480" y="5532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建議：以延伸學習維基連結為起點，深入到工程設計流程。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🗺  台灣工程地景探索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常見問題 (FAQ)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需要安裝什麼嗎？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不用。任何瀏覽器打開網址就能用，所有功能純前端。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21945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學生資料會上傳嗎？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2651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不會。暱稱／年齡／性別與紀錄都只存在這台瀏覽器；清除瀏覽資料 = 紀錄消失。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沒有 Mapillary token 也能玩嗎？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977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能。自動以衛星空照圖呈現，不影響核心玩法。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520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3520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共用電腦怎麼換下一位學生？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3977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到「我的檔案」按「🗑 重新建立」，3 秒清空換人。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846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老師怎麼收成績？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請學生把結算頁的 TWEG:... 成績碼複製到 Google 表單，老師整批貼到教師端。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846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有沒有題目來源說明？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F4B5E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200 個地景源自「PC13110 工程設計學習平台」研究報告，按四主題各 50 筆分組。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 · 台灣工程地景探索 · 教師使用指南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2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FD3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TAIWAN · ENGINEERING · GEO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19695" y="1645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E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— 教師使用指南 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開始試用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現在就開一個瀏覽器分頁，跑一局 20 題試玩吧 🎮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🔗  網址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2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henrychao521.github.io/taiwan-engineering-geo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源碼：github.com/henrychao521/taiwan-engineering-geo · MIT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趙珩宇老師　·　台灣工程地景探索　·　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Taiwan Engineering Geo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台灣工程地景探索 — 教師使用指南</dc:title>
  <dc:subject>PptxGenJS Presentation</dc:subject>
  <dc:creator>趙珩宇</dc:creator>
  <cp:lastModifiedBy>趙珩宇</cp:lastModifiedBy>
  <cp:revision>1</cp:revision>
  <dcterms:created xsi:type="dcterms:W3CDTF">2026-05-20T09:04:06Z</dcterms:created>
  <dcterms:modified xsi:type="dcterms:W3CDTF">2026-05-20T09:04:06Z</dcterms:modified>
</cp:coreProperties>
</file>